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26293-4C30-49E6-95F0-FE43CAA56D6B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3CD16-29A1-4214-A9C5-C7AD24DF0C0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20851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7732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4180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4848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863662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401636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691947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3023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64694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43807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12151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2897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66020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3240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44314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6420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36345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C68F4-1100-4F74-B133-7044E8562BA7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2E4E702-5A1D-4A35-8906-B7E21929F7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3871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B5A0A-53A9-4110-9413-C2C49BEF5C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African Oral Tradition and Communication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EA6807-49F9-4D2A-AFA7-8F5669A7FF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Its Importance to Computer Science</a:t>
            </a:r>
            <a:endParaRPr lang="en-KE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4CB6D-47E9-4251-B49B-36E319A23409}"/>
              </a:ext>
            </a:extLst>
          </p:cNvPr>
          <p:cNvSpPr txBox="1"/>
          <p:nvPr/>
        </p:nvSpPr>
        <p:spPr>
          <a:xfrm>
            <a:off x="8640417" y="5837401"/>
            <a:ext cx="2756452" cy="707886"/>
          </a:xfrm>
          <a:prstGeom prst="rect">
            <a:avLst/>
          </a:prstGeom>
          <a:noFill/>
          <a:ln w="25400" cmpd="thickThin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GIDEON NYAKUNDI</a:t>
            </a:r>
          </a:p>
          <a:p>
            <a:r>
              <a:rPr lang="en-US" sz="2000" b="1" dirty="0"/>
              <a:t>C026-01-0979/2022</a:t>
            </a:r>
            <a:endParaRPr lang="en-KE" b="1" dirty="0"/>
          </a:p>
        </p:txBody>
      </p:sp>
    </p:spTree>
    <p:extLst>
      <p:ext uri="{BB962C8B-B14F-4D97-AF65-F5344CB8AC3E}">
        <p14:creationId xmlns:p14="http://schemas.microsoft.com/office/powerpoint/2010/main" val="878478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FBE3B-42B5-453F-BAFD-A6D3D2814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D8CD3-F78A-41C6-A725-B8BBE73C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 important aspect of African culture is </a:t>
            </a:r>
            <a:r>
              <a:rPr lang="en-US" b="1" dirty="0"/>
              <a:t>oral tradition</a:t>
            </a:r>
            <a:r>
              <a:rPr lang="en-US" dirty="0"/>
              <a:t>, which includes storytelling, proverbs, dialogue, and collective knowledge sharing. Traditionally, African societies relied on oral communication to preserve history, teach values, and solve problems. </a:t>
            </a:r>
          </a:p>
          <a:p>
            <a:pPr marL="0" indent="0">
              <a:buNone/>
            </a:pPr>
            <a:r>
              <a:rPr lang="en-US" dirty="0"/>
              <a:t>Although Computer Science is a technical field, oral tradition plays a significant role in shaping </a:t>
            </a:r>
            <a:r>
              <a:rPr lang="en-US" b="1" dirty="0"/>
              <a:t>communication, problem-solving, system design, and user-centered technology development</a:t>
            </a:r>
            <a:r>
              <a:rPr lang="en-US" dirty="0"/>
              <a:t>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254861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F091-B4D6-4656-A767-11803329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960" y="1870480"/>
            <a:ext cx="8915399" cy="3117040"/>
          </a:xfrm>
        </p:spPr>
        <p:txBody>
          <a:bodyPr/>
          <a:lstStyle/>
          <a:p>
            <a:r>
              <a:rPr lang="en-US" dirty="0"/>
              <a:t>Importance of African Oral Tradition to </a:t>
            </a:r>
            <a:r>
              <a:rPr lang="en-US" dirty="0">
                <a:highlight>
                  <a:srgbClr val="FF0000"/>
                </a:highlight>
              </a:rPr>
              <a:t>Computer Science</a:t>
            </a:r>
            <a:endParaRPr lang="en-KE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23426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9912-3F2F-4EC7-BF45-39059A79B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Enhances Problem-Solving and Logical Thinking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08D33-8AFB-4E68-A72B-A246FB193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African storytelling often follows a </a:t>
            </a:r>
            <a:r>
              <a:rPr lang="en-US" b="1" dirty="0"/>
              <a:t>structured sequence</a:t>
            </a:r>
            <a:r>
              <a:rPr lang="en-US" dirty="0"/>
              <a:t>—introduction, conflict,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mirrors </a:t>
            </a:r>
            <a:r>
              <a:rPr lang="en-US" b="1" dirty="0"/>
              <a:t>algorithmic thinking</a:t>
            </a:r>
            <a:r>
              <a:rPr lang="en-US" dirty="0"/>
              <a:t> in Computer Science.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Programmers break problems into steps just as stories unfold in logical order.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Proverbs encourage deep analysis and interpretation, sharpening reasoning skills.</a:t>
            </a:r>
          </a:p>
          <a:p>
            <a:r>
              <a:rPr lang="en-US" dirty="0"/>
              <a:t>This strengthens computational thinking and debugging skills.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878277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780F-AB81-4386-8767-F9B48E31B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Supports Effective Communication of Technical Ideas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F0BDA-0FF9-42F5-A70B-F28BC6DE3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scientists must explain complex systems to </a:t>
            </a:r>
            <a:r>
              <a:rPr lang="en-US" b="1" dirty="0"/>
              <a:t>non-technical users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Oral tradition emphasizes clarity, simplicity, and audience awareness.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Storytelling helps developers explain: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How systems 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Why a solution is needed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What problem a system solves</a:t>
            </a:r>
          </a:p>
          <a:p>
            <a:r>
              <a:rPr lang="en-US" dirty="0"/>
              <a:t>This improves documentation, presentations, and teamwork.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064282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BD93-3711-406B-B608-D5BE03DB7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Promotes User-Centered System Design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59938-5AEC-4114-A38A-77FD9D183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African culture values </a:t>
            </a:r>
            <a:r>
              <a:rPr lang="en-US" b="1" dirty="0"/>
              <a:t>community participation and dialogue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Solutions are discussed collectively before implementation.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aligns with </a:t>
            </a:r>
            <a:r>
              <a:rPr lang="en-US" b="1" dirty="0"/>
              <a:t>user-centered design</a:t>
            </a:r>
            <a:r>
              <a:rPr lang="en-US" dirty="0"/>
              <a:t> in software engineering.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Understanding users’ stories helps developers build relevant systems.</a:t>
            </a:r>
          </a:p>
          <a:p>
            <a:r>
              <a:rPr lang="en-US" dirty="0"/>
              <a:t> Leads to software that solves real societal problems.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268166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BFCD-7191-4BF4-9B02-B9C82E208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Encourages Knowledge Sharing and Collaboration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9BE91-25A3-475C-8832-E7E482DD5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Oral tradition supports </a:t>
            </a:r>
            <a:r>
              <a:rPr lang="en-US" b="1" dirty="0"/>
              <a:t>mentorship and apprenticeship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Knowledge is shared from elders to the youth.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Computer Science, this reflects: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Pair programming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Code reviews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Open-source collaboration</a:t>
            </a:r>
          </a:p>
          <a:p>
            <a:r>
              <a:rPr lang="en-US" dirty="0"/>
              <a:t>Strengthens teamwork and continuous learning.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49358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542B-3402-4193-911C-1B5F1AF8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Preserves Indigenous Knowledge Through Technology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0B846-BB24-4844-85B1-CE6B26CA3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Science can be used to </a:t>
            </a:r>
            <a:r>
              <a:rPr lang="en-US" b="1" dirty="0"/>
              <a:t>digitize oral traditions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Developing databases for folktales, proverbs, and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Creating mobile apps for indigenous language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AI for speech recognition in African languages</a:t>
            </a:r>
          </a:p>
          <a:p>
            <a:r>
              <a:rPr lang="en-US" dirty="0"/>
              <a:t> This preserves culture while advancing technology.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97382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906C-1547-4CA2-BAED-E1A80C4F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Improves Ethical and Social Awareness in Tech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530D5-FDBA-44EC-B9F5-938454720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African oral tradition teaches </a:t>
            </a:r>
            <a:r>
              <a:rPr lang="en-US" b="1" dirty="0"/>
              <a:t>values and morals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Encourages responsibility and accountability.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developers consider the social impact of technology.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Promotes ethical decision-making in data use and AI systems.</a:t>
            </a:r>
          </a:p>
          <a:p>
            <a:r>
              <a:rPr lang="en-US" dirty="0"/>
              <a:t> Leads to responsible and inclusive tech development.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34802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0176D-6609-467C-BB04-E845BD2A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CONCLUSION/SUMMARY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4C79D-2F60-4F88-AB39-9DF7B661F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African oral tradition is not outdated; it is </a:t>
            </a:r>
            <a:r>
              <a:rPr lang="en-US" sz="2800" b="1" dirty="0"/>
              <a:t>highly relevant to Computer Science</a:t>
            </a:r>
            <a:r>
              <a:rPr lang="en-US" sz="2800" dirty="0"/>
              <a:t>. It strengthens problem-solving, communication, collaboration, and ethical thinking—skills that are essential in software development and system design. By integrating African cultural values with modern technology, computer scientists can create solutions that are </a:t>
            </a:r>
            <a:r>
              <a:rPr lang="en-US" sz="2800" b="1" dirty="0"/>
              <a:t>innovative, ethical, and socially relevant</a:t>
            </a:r>
            <a:r>
              <a:rPr lang="en-US" sz="2800" dirty="0"/>
              <a:t>.</a:t>
            </a:r>
            <a:endParaRPr lang="en-KE" sz="2800" dirty="0"/>
          </a:p>
        </p:txBody>
      </p:sp>
    </p:spTree>
    <p:extLst>
      <p:ext uri="{BB962C8B-B14F-4D97-AF65-F5344CB8AC3E}">
        <p14:creationId xmlns:p14="http://schemas.microsoft.com/office/powerpoint/2010/main" val="24723854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</TotalTime>
  <Words>453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Wisp</vt:lpstr>
      <vt:lpstr>African Oral Tradition and Communication</vt:lpstr>
      <vt:lpstr>Introduction</vt:lpstr>
      <vt:lpstr>Importance of African Oral Tradition to Computer Science</vt:lpstr>
      <vt:lpstr>Enhances Problem-Solving and Logical Thinking</vt:lpstr>
      <vt:lpstr>Supports Effective Communication of Technical Ideas</vt:lpstr>
      <vt:lpstr>Promotes User-Centered System Design</vt:lpstr>
      <vt:lpstr>Encourages Knowledge Sharing and Collaboration</vt:lpstr>
      <vt:lpstr>Preserves Indigenous Knowledge Through Technology</vt:lpstr>
      <vt:lpstr>Improves Ethical and Social Awareness in Tech</vt:lpstr>
      <vt:lpstr>CONCLUSION/SUMMARY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African Oral Tradition and Communication</dc:title>
  <dc:creator>GIDEON NYAKUNDI</dc:creator>
  <cp:lastModifiedBy>GIDEON NYAKUNDI</cp:lastModifiedBy>
  <cp:revision>4</cp:revision>
  <dcterms:created xsi:type="dcterms:W3CDTF">2026-02-14T06:21:07Z</dcterms:created>
  <dcterms:modified xsi:type="dcterms:W3CDTF">2026-03-05T06:50:38Z</dcterms:modified>
</cp:coreProperties>
</file>