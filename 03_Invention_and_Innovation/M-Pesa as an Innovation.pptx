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58" r:id="rId4"/>
    <p:sldId id="260" r:id="rId5"/>
    <p:sldId id="267" r:id="rId6"/>
    <p:sldId id="268" r:id="rId7"/>
    <p:sldId id="270" r:id="rId8"/>
    <p:sldId id="269" r:id="rId9"/>
    <p:sldId id="27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A10F-3B6F-46AF-94CD-38EE14611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702167"/>
            <a:ext cx="7766936" cy="1646302"/>
          </a:xfrm>
        </p:spPr>
        <p:txBody>
          <a:bodyPr/>
          <a:lstStyle/>
          <a:p>
            <a:r>
              <a:rPr lang="en-US" b="1" dirty="0"/>
              <a:t>M-</a:t>
            </a:r>
            <a:r>
              <a:rPr lang="en-US" b="1" dirty="0" err="1"/>
              <a:t>Pesa</a:t>
            </a:r>
            <a:r>
              <a:rPr lang="en-US" dirty="0"/>
              <a:t>: A Mobile Money Innovation in Financial Technology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C4F79-1B4F-43D3-96E6-13B6AE620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626763"/>
            <a:ext cx="7766936" cy="1096899"/>
          </a:xfrm>
        </p:spPr>
        <p:txBody>
          <a:bodyPr/>
          <a:lstStyle/>
          <a:p>
            <a:r>
              <a:rPr lang="en-US" dirty="0"/>
              <a:t>M-</a:t>
            </a:r>
            <a:r>
              <a:rPr lang="en-US" dirty="0" err="1"/>
              <a:t>Pesa</a:t>
            </a:r>
            <a:r>
              <a:rPr lang="en-US" dirty="0"/>
              <a:t> as a technological innovation, how it works, its importance, and its impact on society.</a:t>
            </a:r>
            <a:endParaRPr lang="en-KE" dirty="0"/>
          </a:p>
        </p:txBody>
      </p:sp>
      <p:pic>
        <p:nvPicPr>
          <p:cNvPr id="1026" name="Picture 2" descr="M-Pesa - Wikipedia">
            <a:extLst>
              <a:ext uri="{FF2B5EF4-FFF2-40B4-BE49-F238E27FC236}">
                <a16:creationId xmlns:a16="http://schemas.microsoft.com/office/drawing/2014/main" id="{D02D11D2-CBF8-4CDC-B282-3D3B5D416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862" y="4868460"/>
            <a:ext cx="4486275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2408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C3AB-FB11-4368-AFD6-A3F8ACCE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M-</a:t>
            </a:r>
            <a:r>
              <a:rPr lang="en-US" dirty="0" err="1"/>
              <a:t>Pesa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0303-0627-40B1-8FC2-0F1E86C47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M-</a:t>
            </a:r>
            <a:r>
              <a:rPr lang="en-US" dirty="0" err="1"/>
              <a:t>Pesa</a:t>
            </a:r>
            <a:r>
              <a:rPr lang="en-US" dirty="0"/>
              <a:t> is a mobile money transfer service.</a:t>
            </a:r>
          </a:p>
          <a:p>
            <a:r>
              <a:rPr lang="en-US" dirty="0"/>
              <a:t>It allows users to send, receive, and store money using mobile phones.</a:t>
            </a:r>
          </a:p>
          <a:p>
            <a:r>
              <a:rPr lang="en-US" dirty="0"/>
              <a:t>Developed in 2007 in Kenya.</a:t>
            </a:r>
          </a:p>
          <a:p>
            <a:r>
              <a:rPr lang="en-US" dirty="0"/>
              <a:t>Created to improve financial access for people without bank accounts.</a:t>
            </a:r>
          </a:p>
          <a:p>
            <a:r>
              <a:rPr lang="en-US" dirty="0"/>
              <a:t>Operates through mobile networks and agent services.</a:t>
            </a:r>
          </a:p>
        </p:txBody>
      </p:sp>
    </p:spTree>
    <p:extLst>
      <p:ext uri="{BB962C8B-B14F-4D97-AF65-F5344CB8AC3E}">
        <p14:creationId xmlns:p14="http://schemas.microsoft.com/office/powerpoint/2010/main" val="4178315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03680-1BC2-49E3-A8AA-B9107897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and Development of M-</a:t>
            </a:r>
            <a:r>
              <a:rPr lang="en-US" dirty="0" err="1"/>
              <a:t>Pesa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F238B-ACDD-463A-8718-41B276B00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Launched in 2007 by Safaricom.</a:t>
            </a:r>
          </a:p>
          <a:p>
            <a:r>
              <a:rPr lang="en-US" dirty="0"/>
              <a:t>Designed for microfinance loan repayment.</a:t>
            </a:r>
          </a:p>
          <a:p>
            <a:r>
              <a:rPr lang="en-US" dirty="0"/>
              <a:t>Expanded to money transfer and payments.</a:t>
            </a:r>
          </a:p>
          <a:p>
            <a:r>
              <a:rPr lang="en-US" dirty="0"/>
              <a:t>Spread to other countries in Africa and beyond.</a:t>
            </a:r>
          </a:p>
          <a:p>
            <a:r>
              <a:rPr lang="en-US" dirty="0"/>
              <a:t>Became one of the most successful mobile money systems globally.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704661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C3AB-FB11-4368-AFD6-A3F8ACCE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M-</a:t>
            </a:r>
            <a:r>
              <a:rPr lang="en-US" dirty="0" err="1"/>
              <a:t>pesa</a:t>
            </a:r>
            <a:r>
              <a:rPr lang="en-US" dirty="0"/>
              <a:t> works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0303-0627-40B1-8FC2-0F1E86C47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mobile phone SIM card technology.</a:t>
            </a:r>
          </a:p>
          <a:p>
            <a:r>
              <a:rPr lang="en-US" dirty="0"/>
              <a:t>Operates through USSD and SMS systems.</a:t>
            </a:r>
          </a:p>
          <a:p>
            <a:r>
              <a:rPr lang="en-US" dirty="0"/>
              <a:t>Users deposit or withdraw money through agents.</a:t>
            </a:r>
          </a:p>
          <a:p>
            <a:r>
              <a:rPr lang="en-US" dirty="0"/>
              <a:t>Money stored electronically.</a:t>
            </a:r>
          </a:p>
          <a:p>
            <a:r>
              <a:rPr lang="en-US" dirty="0"/>
              <a:t>Transactions secured using PIN authentication.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741662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C3AB-FB11-4368-AFD6-A3F8ACCE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M-</a:t>
            </a:r>
            <a:r>
              <a:rPr lang="en-US" dirty="0" err="1"/>
              <a:t>Pesa</a:t>
            </a:r>
            <a:r>
              <a:rPr lang="en-US" dirty="0"/>
              <a:t> (Benefits)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0303-0627-40B1-8FC2-0F1E86C47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Promotes financial inclusion.</a:t>
            </a:r>
          </a:p>
          <a:p>
            <a:r>
              <a:rPr lang="en-US" dirty="0"/>
              <a:t>Fast and secure money transfer.</a:t>
            </a:r>
          </a:p>
          <a:p>
            <a:r>
              <a:rPr lang="en-US" dirty="0"/>
              <a:t>Reduces need for cash handling.</a:t>
            </a:r>
          </a:p>
          <a:p>
            <a:r>
              <a:rPr lang="en-US" dirty="0"/>
              <a:t>Supports small businesses.</a:t>
            </a:r>
          </a:p>
          <a:p>
            <a:r>
              <a:rPr lang="en-US" dirty="0"/>
              <a:t>Low transaction cost.</a:t>
            </a:r>
          </a:p>
          <a:p>
            <a:r>
              <a:rPr lang="en-US" dirty="0"/>
              <a:t>Convenient and accessible.</a:t>
            </a:r>
          </a:p>
          <a:p>
            <a:r>
              <a:rPr lang="en-US" dirty="0"/>
              <a:t>Many people without banks can now access financial services.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447402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C3AB-FB11-4368-AFD6-A3F8ACCE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M-</a:t>
            </a:r>
            <a:r>
              <a:rPr lang="en-US" dirty="0" err="1"/>
              <a:t>Pesa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0303-0627-40B1-8FC2-0F1E86C47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Sending and receiving money.</a:t>
            </a:r>
          </a:p>
          <a:p>
            <a:r>
              <a:rPr lang="en-US" dirty="0"/>
              <a:t>Paying bills and school fees.</a:t>
            </a:r>
          </a:p>
          <a:p>
            <a:r>
              <a:rPr lang="en-US" dirty="0"/>
              <a:t>Buying goods and services.</a:t>
            </a:r>
          </a:p>
          <a:p>
            <a:r>
              <a:rPr lang="en-US" dirty="0"/>
              <a:t>Business transactions.</a:t>
            </a:r>
          </a:p>
          <a:p>
            <a:r>
              <a:rPr lang="en-US" dirty="0"/>
              <a:t>Saving and borrowing money.</a:t>
            </a:r>
          </a:p>
          <a:p>
            <a:r>
              <a:rPr lang="en-US" dirty="0"/>
              <a:t>Salary payments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764389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C3AB-FB11-4368-AFD6-A3F8ACCE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 of M-</a:t>
            </a:r>
            <a:r>
              <a:rPr lang="en-US" dirty="0" err="1"/>
              <a:t>Pesa</a:t>
            </a:r>
            <a:r>
              <a:rPr lang="en-US" dirty="0"/>
              <a:t> to Computer Science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0303-0627-40B1-8FC2-0F1E86C47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mobile computing technology.</a:t>
            </a:r>
          </a:p>
          <a:p>
            <a:r>
              <a:rPr lang="en-US" dirty="0"/>
              <a:t>Demonstrates digital payment systems.</a:t>
            </a:r>
          </a:p>
          <a:p>
            <a:r>
              <a:rPr lang="en-US" dirty="0"/>
              <a:t>Example of software system design.</a:t>
            </a:r>
          </a:p>
          <a:p>
            <a:r>
              <a:rPr lang="en-US" dirty="0"/>
              <a:t>Uses databases and security systems.</a:t>
            </a:r>
          </a:p>
          <a:p>
            <a:r>
              <a:rPr lang="en-US" dirty="0"/>
              <a:t>Supports financial technology (FinTech).</a:t>
            </a:r>
          </a:p>
          <a:p>
            <a:r>
              <a:rPr lang="en-US" dirty="0"/>
              <a:t>Shows role of technology in solving social problems.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979382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C3AB-FB11-4368-AFD6-A3F8ACCE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and Economic Impact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0303-0627-40B1-8FC2-0F1E86C47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Reduces poverty through financial access.</a:t>
            </a:r>
          </a:p>
          <a:p>
            <a:r>
              <a:rPr lang="en-US" dirty="0"/>
              <a:t>Supports entrepreneurship.</a:t>
            </a:r>
          </a:p>
          <a:p>
            <a:r>
              <a:rPr lang="en-US" dirty="0"/>
              <a:t>Improves rural financial services.</a:t>
            </a:r>
          </a:p>
          <a:p>
            <a:r>
              <a:rPr lang="en-US" dirty="0"/>
              <a:t>Enhances economic growth.</a:t>
            </a:r>
          </a:p>
          <a:p>
            <a:r>
              <a:rPr lang="en-US" dirty="0"/>
              <a:t>Promotes digital economy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958940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C3AB-FB11-4368-AFD6-A3F8ACCE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and Economic Impact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0303-0627-40B1-8FC2-0F1E86C47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Reduces poverty through financial access.</a:t>
            </a:r>
          </a:p>
          <a:p>
            <a:r>
              <a:rPr lang="en-US" dirty="0"/>
              <a:t>Supports entrepreneurship.</a:t>
            </a:r>
          </a:p>
          <a:p>
            <a:r>
              <a:rPr lang="en-US" dirty="0"/>
              <a:t>Improves rural financial services.</a:t>
            </a:r>
          </a:p>
          <a:p>
            <a:r>
              <a:rPr lang="en-US" dirty="0"/>
              <a:t>Enhances economic growth.</a:t>
            </a:r>
          </a:p>
          <a:p>
            <a:r>
              <a:rPr lang="en-US" dirty="0"/>
              <a:t>Promotes digital economy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37403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C3AB-FB11-4368-AFD6-A3F8ACCE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M-</a:t>
            </a:r>
            <a:r>
              <a:rPr lang="en-US" dirty="0" err="1"/>
              <a:t>Pesa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0303-0627-40B1-8FC2-0F1E86C47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Fraud and cybercrime risks.</a:t>
            </a:r>
          </a:p>
          <a:p>
            <a:r>
              <a:rPr lang="en-US" dirty="0"/>
              <a:t>Network failures.</a:t>
            </a:r>
          </a:p>
          <a:p>
            <a:r>
              <a:rPr lang="en-US" dirty="0"/>
              <a:t>Transaction costs.</a:t>
            </a:r>
          </a:p>
          <a:p>
            <a:r>
              <a:rPr lang="en-US" dirty="0"/>
              <a:t>Privacy concerns.</a:t>
            </a:r>
          </a:p>
          <a:p>
            <a:r>
              <a:rPr lang="en-US" dirty="0"/>
              <a:t>Dependence on mobile networks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2729237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</TotalTime>
  <Words>345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M-Pesa: A Mobile Money Innovation in Financial Technology</vt:lpstr>
      <vt:lpstr>Introduction to M-Pesa</vt:lpstr>
      <vt:lpstr>History and Development of M-Pesa</vt:lpstr>
      <vt:lpstr>How M-pesa works</vt:lpstr>
      <vt:lpstr>Importance of M-Pesa (Benefits)</vt:lpstr>
      <vt:lpstr>Application of M-Pesa</vt:lpstr>
      <vt:lpstr>Relevance of M-Pesa to Computer Science</vt:lpstr>
      <vt:lpstr>Social and Economic Impact</vt:lpstr>
      <vt:lpstr>Social and Economic Impact</vt:lpstr>
      <vt:lpstr>Challenges of M-Pesa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M-Pesa: A Mobile Money Innovation in Financial Technology</dc:title>
  <dc:creator>GIDEON NYAKUNDI</dc:creator>
  <cp:lastModifiedBy>GIDEON NYAKUNDI</cp:lastModifiedBy>
  <cp:revision>5</cp:revision>
  <dcterms:created xsi:type="dcterms:W3CDTF">2026-02-14T07:03:51Z</dcterms:created>
  <dcterms:modified xsi:type="dcterms:W3CDTF">2026-02-14T07:49:24Z</dcterms:modified>
</cp:coreProperties>
</file>