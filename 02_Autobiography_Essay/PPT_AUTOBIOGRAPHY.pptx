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1919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97649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050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8534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509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726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80271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496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4536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397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372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3451B-485C-4EDD-85B9-EFB2F3482043}" type="datetimeFigureOut">
              <a:rPr lang="en-KE" smtClean="0"/>
              <a:t>05/03/2026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F87ECE9C-1B77-45B6-9A6A-150519E64674}" type="slidenum">
              <a:rPr lang="en-KE" smtClean="0"/>
              <a:t>‹#›</a:t>
            </a:fld>
            <a:endParaRPr lang="en-KE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3352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A9B6-3655-441F-9245-88F89B1F01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AUTOBIOGRAPHY</a:t>
            </a:r>
            <a:endParaRPr lang="en-K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141FA6-7033-4C4D-8893-577214A8D5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OF GIDEON NYAKUNDI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0781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6513D-3BB3-4545-97E9-B05B8A162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Family Background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688D7-00E4-45CD-8360-0D58C0E758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KE" altLang="en-KE" dirty="0">
                <a:latin typeface="Arial" panose="020B0604020202020204" pitchFamily="34" charset="0"/>
              </a:rPr>
              <a:t>Firstborn in the family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KE" altLang="en-KE" dirty="0">
                <a:latin typeface="Arial" panose="020B0604020202020204" pitchFamily="34" charset="0"/>
              </a:rPr>
              <a:t>Parents: John </a:t>
            </a:r>
            <a:r>
              <a:rPr lang="en-KE" altLang="en-KE" dirty="0" err="1">
                <a:latin typeface="Arial" panose="020B0604020202020204" pitchFamily="34" charset="0"/>
              </a:rPr>
              <a:t>Mwambi</a:t>
            </a:r>
            <a:r>
              <a:rPr lang="en-KE" altLang="en-KE" dirty="0">
                <a:latin typeface="Arial" panose="020B0604020202020204" pitchFamily="34" charset="0"/>
              </a:rPr>
              <a:t> and </a:t>
            </a:r>
            <a:r>
              <a:rPr lang="en-KE" altLang="en-KE" dirty="0" err="1">
                <a:latin typeface="Arial" panose="020B0604020202020204" pitchFamily="34" charset="0"/>
              </a:rPr>
              <a:t>Sibia</a:t>
            </a:r>
            <a:r>
              <a:rPr lang="en-KE" altLang="en-KE" dirty="0">
                <a:latin typeface="Arial" panose="020B0604020202020204" pitchFamily="34" charset="0"/>
              </a:rPr>
              <a:t> </a:t>
            </a:r>
            <a:r>
              <a:rPr lang="en-KE" altLang="en-KE" dirty="0" err="1">
                <a:latin typeface="Arial" panose="020B0604020202020204" pitchFamily="34" charset="0"/>
              </a:rPr>
              <a:t>Moraa</a:t>
            </a:r>
            <a:endParaRPr lang="en-KE" altLang="en-K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KE" altLang="en-KE" dirty="0">
                <a:latin typeface="Arial" panose="020B0604020202020204" pitchFamily="34" charset="0"/>
              </a:rPr>
              <a:t>Raised in </a:t>
            </a:r>
            <a:r>
              <a:rPr lang="en-KE" altLang="en-KE" dirty="0" err="1">
                <a:latin typeface="Arial" panose="020B0604020202020204" pitchFamily="34" charset="0"/>
              </a:rPr>
              <a:t>Mochorwa</a:t>
            </a:r>
            <a:r>
              <a:rPr lang="en-KE" altLang="en-KE" dirty="0">
                <a:latin typeface="Arial" panose="020B0604020202020204" pitchFamily="34" charset="0"/>
              </a:rPr>
              <a:t> village, </a:t>
            </a:r>
            <a:r>
              <a:rPr lang="en-KE" altLang="en-KE" dirty="0" err="1">
                <a:latin typeface="Arial" panose="020B0604020202020204" pitchFamily="34" charset="0"/>
              </a:rPr>
              <a:t>Kenyenya</a:t>
            </a:r>
            <a:r>
              <a:rPr lang="en-KE" altLang="en-KE" dirty="0">
                <a:latin typeface="Arial" panose="020B0604020202020204" pitchFamily="34" charset="0"/>
              </a:rPr>
              <a:t> Sub-county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KE" altLang="en-KE" dirty="0">
                <a:latin typeface="Arial" panose="020B0604020202020204" pitchFamily="34" charset="0"/>
              </a:rPr>
              <a:t>Strong extended family support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KE" altLang="en-KE" dirty="0">
                <a:latin typeface="Arial" panose="020B0604020202020204" pitchFamily="34" charset="0"/>
              </a:rPr>
              <a:t>Grandfather: Apostle </a:t>
            </a:r>
            <a:r>
              <a:rPr lang="en-KE" altLang="en-KE" dirty="0" err="1">
                <a:latin typeface="Arial" panose="020B0604020202020204" pitchFamily="34" charset="0"/>
              </a:rPr>
              <a:t>Gedion</a:t>
            </a:r>
            <a:r>
              <a:rPr lang="en-KE" altLang="en-KE" dirty="0">
                <a:latin typeface="Arial" panose="020B0604020202020204" pitchFamily="34" charset="0"/>
              </a:rPr>
              <a:t> </a:t>
            </a:r>
            <a:r>
              <a:rPr lang="en-KE" altLang="en-KE" dirty="0" err="1">
                <a:latin typeface="Arial" panose="020B0604020202020204" pitchFamily="34" charset="0"/>
              </a:rPr>
              <a:t>Mwambi</a:t>
            </a:r>
            <a:r>
              <a:rPr lang="en-KE" altLang="en-KE" dirty="0">
                <a:latin typeface="Arial" panose="020B0604020202020204" pitchFamily="34" charset="0"/>
              </a:rPr>
              <a:t> </a:t>
            </a:r>
            <a:r>
              <a:rPr lang="en-KE" altLang="en-KE" dirty="0" err="1">
                <a:latin typeface="Arial" panose="020B0604020202020204" pitchFamily="34" charset="0"/>
              </a:rPr>
              <a:t>Nyasimi</a:t>
            </a:r>
            <a:endParaRPr lang="en-KE" altLang="en-KE" dirty="0">
              <a:latin typeface="Arial" panose="020B0604020202020204" pitchFamily="34" charset="0"/>
            </a:endParaRPr>
          </a:p>
          <a:p>
            <a:endParaRPr lang="en-US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877985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4816D-626B-4BE1-A0BD-FA005FAC2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Childhood Memories</a:t>
            </a:r>
            <a:endParaRPr lang="en-K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3AA4329-A156-4322-80FD-F20E58EC583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3140874"/>
            <a:ext cx="516359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Grew up in a loving family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Called “</a:t>
            </a:r>
            <a:r>
              <a:rPr kumimoji="0" lang="en-KE" altLang="en-KE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Ekegondo</a:t>
            </a:r>
            <a:r>
              <a:rPr kumimoji="0" lang="en-KE" altLang="en-K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” by my parents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Played outdoors and helped with small activities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Special bond with grandparent</a:t>
            </a:r>
          </a:p>
        </p:txBody>
      </p:sp>
    </p:spTree>
    <p:extLst>
      <p:ext uri="{BB962C8B-B14F-4D97-AF65-F5344CB8AC3E}">
        <p14:creationId xmlns:p14="http://schemas.microsoft.com/office/powerpoint/2010/main" val="2875336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9D5C8-71BA-455D-9762-EAFEEBFE2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Early Education</a:t>
            </a:r>
            <a:endParaRPr lang="en-KE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7108D2-E6E2-4A8B-8643-3420C91E4B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Daycare: Nyakenyerere Deb School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basic writing and drawing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one book for all subjects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KE" altLang="en-K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Later joined Green Cottage Academy, Nairobi</a:t>
            </a:r>
          </a:p>
        </p:txBody>
      </p:sp>
    </p:spTree>
    <p:extLst>
      <p:ext uri="{BB962C8B-B14F-4D97-AF65-F5344CB8AC3E}">
        <p14:creationId xmlns:p14="http://schemas.microsoft.com/office/powerpoint/2010/main" val="3589949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A3ED0-061A-406A-8972-FC5CE6776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Primary School Achievements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25E4D8-32EE-4460-9652-B39168D408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Served as Deputy </a:t>
            </a:r>
            <a:r>
              <a:rPr lang="en-US" dirty="0" err="1"/>
              <a:t>Headboy</a:t>
            </a:r>
            <a:r>
              <a:rPr lang="en-US" dirty="0"/>
              <a:t> in Standard 7</a:t>
            </a:r>
          </a:p>
          <a:p>
            <a:r>
              <a:rPr lang="en-US" dirty="0"/>
              <a:t>School President (</a:t>
            </a:r>
            <a:r>
              <a:rPr lang="en-US" dirty="0" err="1"/>
              <a:t>Headboy</a:t>
            </a:r>
            <a:r>
              <a:rPr lang="en-US" dirty="0"/>
              <a:t>) in Class 8</a:t>
            </a:r>
          </a:p>
          <a:p>
            <a:r>
              <a:rPr lang="en-US" dirty="0"/>
              <a:t>Strong academic performance</a:t>
            </a:r>
          </a:p>
          <a:p>
            <a:r>
              <a:rPr lang="en-US" dirty="0"/>
              <a:t>Scored </a:t>
            </a:r>
            <a:r>
              <a:rPr lang="en-US" b="1" dirty="0"/>
              <a:t>400/500 in KCPE</a:t>
            </a:r>
            <a:endParaRPr lang="en-US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502221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6AFBD-90E3-47BD-85DE-4A1E1B97D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 School Journey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62316F-2F92-48F0-B72A-386A181CB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School:</a:t>
            </a:r>
            <a:r>
              <a:rPr lang="en-US" dirty="0"/>
              <a:t> </a:t>
            </a:r>
            <a:r>
              <a:rPr lang="en-US" dirty="0" err="1"/>
              <a:t>Kisii</a:t>
            </a:r>
            <a:r>
              <a:rPr lang="en-US" dirty="0"/>
              <a:t> School (National School)</a:t>
            </a:r>
          </a:p>
          <a:p>
            <a:pPr marL="0" indent="0">
              <a:buNone/>
            </a:pPr>
            <a:r>
              <a:rPr lang="en-US" b="1" dirty="0"/>
              <a:t>Highlights</a:t>
            </a:r>
            <a:endParaRPr lang="en-US" dirty="0"/>
          </a:p>
          <a:p>
            <a:r>
              <a:rPr lang="en-US" dirty="0"/>
              <a:t>Joined in 2018</a:t>
            </a:r>
          </a:p>
          <a:p>
            <a:r>
              <a:rPr lang="en-US" dirty="0"/>
              <a:t>Adjusted to large classes (600 students per form)</a:t>
            </a:r>
          </a:p>
          <a:p>
            <a:r>
              <a:rPr lang="en-US" dirty="0"/>
              <a:t>Boarding school experience</a:t>
            </a:r>
          </a:p>
          <a:p>
            <a:pPr marL="0" indent="0">
              <a:buNone/>
            </a:pPr>
            <a:r>
              <a:rPr lang="en-US" b="1" dirty="0"/>
              <a:t>Leadership</a:t>
            </a:r>
            <a:endParaRPr lang="en-US" dirty="0"/>
          </a:p>
          <a:p>
            <a:r>
              <a:rPr lang="en-US" dirty="0"/>
              <a:t>Class monitor/prefect for 2 years</a:t>
            </a:r>
          </a:p>
          <a:p>
            <a:r>
              <a:rPr lang="en-US" dirty="0"/>
              <a:t>House committee member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89407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1003-AE09-4C69-92BA-CA1FA6115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Academic Challenges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7C6B5-C726-4B2F-945B-1C99C0AA02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Challenges faced</a:t>
            </a:r>
            <a:endParaRPr lang="en-US" dirty="0"/>
          </a:p>
          <a:p>
            <a:r>
              <a:rPr lang="en-US" dirty="0"/>
              <a:t>Adapting to many subjects (11 subjects)</a:t>
            </a:r>
          </a:p>
          <a:p>
            <a:r>
              <a:rPr lang="en-US" dirty="0"/>
              <a:t>Managing time and pocket money</a:t>
            </a:r>
          </a:p>
          <a:p>
            <a:r>
              <a:rPr lang="en-US" dirty="0"/>
              <a:t>Transition from primary school to high school</a:t>
            </a:r>
          </a:p>
          <a:p>
            <a:r>
              <a:rPr lang="en-US" b="1" dirty="0"/>
              <a:t>Lesson</a:t>
            </a:r>
            <a:endParaRPr lang="en-US" dirty="0"/>
          </a:p>
          <a:p>
            <a:r>
              <a:rPr lang="en-US" dirty="0"/>
              <a:t>Hard work and discipline are essential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06954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4527F-C83B-4510-B6A0-F66F62F85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COVID-19 Experience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0F4CA-41D8-4659-88EF-5A88D9DCD3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Impact</a:t>
            </a:r>
            <a:endParaRPr lang="en-US" dirty="0"/>
          </a:p>
          <a:p>
            <a:r>
              <a:rPr lang="en-US" dirty="0"/>
              <a:t>Schools closed during Form 3</a:t>
            </a:r>
          </a:p>
          <a:p>
            <a:r>
              <a:rPr lang="en-US" dirty="0"/>
              <a:t>Studied from home during lockdown</a:t>
            </a:r>
          </a:p>
          <a:p>
            <a:r>
              <a:rPr lang="en-US" dirty="0"/>
              <a:t>Global pandemic affecting millions</a:t>
            </a:r>
          </a:p>
          <a:p>
            <a:pPr marL="0" indent="0">
              <a:buNone/>
            </a:pPr>
            <a:r>
              <a:rPr lang="en-US" b="1" dirty="0"/>
              <a:t>Personal experience</a:t>
            </a:r>
            <a:endParaRPr lang="en-US" dirty="0"/>
          </a:p>
          <a:p>
            <a:r>
              <a:rPr lang="en-US" dirty="0"/>
              <a:t>Spent time learning new skills</a:t>
            </a:r>
          </a:p>
          <a:p>
            <a:r>
              <a:rPr lang="en-US" dirty="0"/>
              <a:t>Practiced studying independently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3863327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2DC5-4404-41BD-B53C-500414F3F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University Life</a:t>
            </a:r>
            <a:br>
              <a:rPr lang="en-US" b="1" dirty="0"/>
            </a:b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9ECE-F8D2-4E07-8BD1-250ED00E4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University:</a:t>
            </a:r>
            <a:r>
              <a:rPr lang="en-US" dirty="0"/>
              <a:t> Dedan Kimathi University of Technology</a:t>
            </a:r>
          </a:p>
          <a:p>
            <a:pPr marL="0" indent="0">
              <a:buNone/>
            </a:pPr>
            <a:r>
              <a:rPr lang="en-US" b="1" dirty="0"/>
              <a:t>Course:</a:t>
            </a:r>
            <a:r>
              <a:rPr lang="en-US" dirty="0"/>
              <a:t> Computer Science</a:t>
            </a:r>
          </a:p>
          <a:p>
            <a:pPr marL="0" indent="0">
              <a:buNone/>
            </a:pPr>
            <a:r>
              <a:rPr lang="en-US" b="1" dirty="0"/>
              <a:t>Why I chose Computer Science</a:t>
            </a:r>
            <a:endParaRPr lang="en-US" dirty="0"/>
          </a:p>
          <a:p>
            <a:r>
              <a:rPr lang="en-US" dirty="0"/>
              <a:t>Love for technology</a:t>
            </a:r>
          </a:p>
          <a:p>
            <a:r>
              <a:rPr lang="en-US" dirty="0"/>
              <a:t>Early exposure to computers</a:t>
            </a:r>
          </a:p>
          <a:p>
            <a:r>
              <a:rPr lang="en-US" dirty="0"/>
              <a:t>Interest in programming and software development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19119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18A586-EF50-4D91-BD71-0C4EE8860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Interests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7A74E-A728-4BD2-A849-5A75694B0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Football (Support Manchester City)</a:t>
            </a:r>
          </a:p>
          <a:p>
            <a:r>
              <a:rPr lang="en-US" dirty="0"/>
              <a:t>Basketball (Golden State Warriors fan)</a:t>
            </a:r>
          </a:p>
          <a:p>
            <a:r>
              <a:rPr lang="en-US" dirty="0"/>
              <a:t>Formula 1 (Inspired by Lewis Hamilton)</a:t>
            </a:r>
          </a:p>
          <a:p>
            <a:r>
              <a:rPr lang="en-US" dirty="0"/>
              <a:t>Podcasts and music</a:t>
            </a:r>
          </a:p>
          <a:p>
            <a:r>
              <a:rPr lang="en-US" dirty="0"/>
              <a:t>Traveling and exploring new places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602112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8C98-2B12-4BF4-B79E-D4E05B983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Personal Values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3ACEF2-F77D-4B1C-8DBA-581489B36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 work</a:t>
            </a:r>
          </a:p>
          <a:p>
            <a:r>
              <a:rPr lang="en-US" dirty="0"/>
              <a:t>Discipline</a:t>
            </a:r>
          </a:p>
          <a:p>
            <a:r>
              <a:rPr lang="en-US" dirty="0"/>
              <a:t>Honesty</a:t>
            </a:r>
          </a:p>
          <a:p>
            <a:r>
              <a:rPr lang="en-US" dirty="0"/>
              <a:t>Integrity</a:t>
            </a:r>
          </a:p>
          <a:p>
            <a:r>
              <a:rPr lang="en-US" dirty="0"/>
              <a:t>Faith in God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747656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0832A-71AA-48B3-8B1D-C6EC37ACF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Goals</a:t>
            </a:r>
            <a:endParaRPr lang="en-K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AD69DF-B648-4B28-AB75-EE0EE0359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Career goals</a:t>
            </a:r>
            <a:endParaRPr lang="en-US" dirty="0"/>
          </a:p>
          <a:p>
            <a:r>
              <a:rPr lang="en-US" dirty="0"/>
              <a:t>Become a professional software engineer</a:t>
            </a:r>
          </a:p>
          <a:p>
            <a:r>
              <a:rPr lang="en-US" dirty="0"/>
              <a:t>Build innovative technology solutions</a:t>
            </a:r>
          </a:p>
          <a:p>
            <a:pPr marL="0" indent="0">
              <a:buNone/>
            </a:pPr>
            <a:r>
              <a:rPr lang="en-US" b="1" dirty="0"/>
              <a:t>Personal goals</a:t>
            </a:r>
            <a:endParaRPr lang="en-US" dirty="0"/>
          </a:p>
          <a:p>
            <a:r>
              <a:rPr lang="en-US" dirty="0"/>
              <a:t>Start a successful business</a:t>
            </a:r>
          </a:p>
          <a:p>
            <a:r>
              <a:rPr lang="en-US" dirty="0"/>
              <a:t>Travel the world</a:t>
            </a:r>
          </a:p>
          <a:p>
            <a:r>
              <a:rPr lang="en-US" dirty="0"/>
              <a:t>Build a strong family</a:t>
            </a:r>
          </a:p>
          <a:p>
            <a:r>
              <a:rPr lang="en-US" dirty="0"/>
              <a:t>Own my dream car (Audi RS8)</a:t>
            </a:r>
          </a:p>
          <a:p>
            <a:pPr marL="0" indent="0">
              <a:buNone/>
            </a:pP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13262223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12</TotalTime>
  <Words>315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Gallery</vt:lpstr>
      <vt:lpstr>AUTOBIOGRAPHY</vt:lpstr>
      <vt:lpstr>Family Background</vt:lpstr>
      <vt:lpstr>Childhood Memories</vt:lpstr>
      <vt:lpstr>Early Education</vt:lpstr>
      <vt:lpstr>Primary School Achievements</vt:lpstr>
      <vt:lpstr>High School Journey</vt:lpstr>
      <vt:lpstr>Academic Challenges</vt:lpstr>
      <vt:lpstr>COVID-19 Experience</vt:lpstr>
      <vt:lpstr>University Life </vt:lpstr>
      <vt:lpstr>Personal Interests</vt:lpstr>
      <vt:lpstr>Personal Values</vt:lpstr>
      <vt:lpstr>Future Goals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AUTOBIOGRAPHY</dc:title>
  <dc:creator>GIDEON NYAKUNDI</dc:creator>
  <cp:lastModifiedBy>GIDEON NYAKUNDI</cp:lastModifiedBy>
  <cp:revision>2</cp:revision>
  <dcterms:created xsi:type="dcterms:W3CDTF">2026-03-05T17:48:05Z</dcterms:created>
  <dcterms:modified xsi:type="dcterms:W3CDTF">2026-03-05T18:00:49Z</dcterms:modified>
</cp:coreProperties>
</file>